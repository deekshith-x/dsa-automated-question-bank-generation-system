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Quattrocento" panose="020F0502020204030204" pitchFamily="18" charset="0"/>
      <p:regular r:id="rId11"/>
    </p:embeddedFont>
    <p:embeddedFont>
      <p:font typeface="Quattrocento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867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406723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Automated Question Bank Generation System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879229"/>
            <a:ext cx="3000201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5" name="Text 2"/>
          <p:cNvSpPr/>
          <p:nvPr/>
        </p:nvSpPr>
        <p:spPr>
          <a:xfrm>
            <a:off x="5389626" y="2939058"/>
            <a:ext cx="337047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4 – FINAL IMPLEMENTATION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69971" y="3406676"/>
            <a:ext cx="6223638" cy="2044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AI-Assisted Question Generation from Textbooks and PDFs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Domain: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Data Structures &amp; Algorithms · NLP · Web Application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Team: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Deekshith Reddy P (2510030389) ·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Jashwanth Yadav G (2510030155)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 Fardan </a:t>
            </a:r>
            <a:r>
              <a:rPr lang="en-US" sz="155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ali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(2510030389)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 |  </a:t>
            </a: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Institution: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KL Deemed to be University, CSE Department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9868"/>
            <a:ext cx="3546089" cy="8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 Statement &amp; Research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1594445"/>
            <a:ext cx="3546089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Manual Question Preparation Challenges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051" y="1935361"/>
            <a:ext cx="219665" cy="2196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4125" y="1930797"/>
            <a:ext cx="3070049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Reading &amp; Identifying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74125" y="2253754"/>
            <a:ext cx="3070049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Manually scanning large textbooks and PDFs to find important concepts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051" y="2879626"/>
            <a:ext cx="219665" cy="2196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4125" y="2875062"/>
            <a:ext cx="3070049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Inconsistency &amp; Subjectivity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74125" y="3198019"/>
            <a:ext cx="3070049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Writing questions without consistency; assigning difficulty levels subjectively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051" y="3823891"/>
            <a:ext cx="219665" cy="2196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4125" y="3819327"/>
            <a:ext cx="3070049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Organizing &amp; Deduplication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74125" y="4142284"/>
            <a:ext cx="3070049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Sorting by topic, detecting duplicates, and exporting for assessments — all done manually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98086" y="4872534"/>
            <a:ext cx="3546089" cy="1282204"/>
          </a:xfrm>
          <a:prstGeom prst="roundRect">
            <a:avLst>
              <a:gd name="adj" fmla="val 1714"/>
            </a:avLst>
          </a:prstGeom>
          <a:solidFill>
            <a:srgbClr val="71260E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9" y="5028208"/>
            <a:ext cx="183054" cy="1464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4026" y="5005884"/>
            <a:ext cx="2923705" cy="101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Research Gap:</a:t>
            </a:r>
            <a:r>
              <a:rPr lang="en-US" sz="11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No existing system unifies generation + classification + difficulty estimation + quality checking + duplicate detection + storage + search/filter + export in one pipeline.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901" y="1476276"/>
            <a:ext cx="6891959" cy="3905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800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Architecture &amp; Technologies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5" y="1298873"/>
            <a:ext cx="10706527" cy="4617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944" y="5049293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Extract Keywords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62944" y="3980522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NLP Process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2944" y="2922546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OCR Text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2944" y="1853775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Upload PDF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6064052"/>
            <a:ext cx="1140510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Tech Stack:</a:t>
            </a: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Python · Flask · spaCy · NLTK · SQLite · Scikit-learn · Bootstrap · JavaScript · PyPDF · pytesseract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2754"/>
            <a:ext cx="10795524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DSA Concepts &amp; Algorithms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1302445"/>
            <a:ext cx="5219073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Data Structures &amp; Algorithms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638796"/>
            <a:ext cx="2555712" cy="1060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9776" y="1804293"/>
            <a:ext cx="214852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Hashing / Dictionary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39776" y="2127250"/>
            <a:ext cx="214852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O(1) average keyword lookup for topic matching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1348" y="1638796"/>
            <a:ext cx="2555811" cy="10601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03039" y="1804293"/>
            <a:ext cx="214862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Lists &amp; Arrays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603039" y="2127250"/>
            <a:ext cx="214862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Store keywords, questions, and all associated metadata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806502"/>
            <a:ext cx="2555712" cy="12632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9776" y="2971998"/>
            <a:ext cx="214852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Sorting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39776" y="3294955"/>
            <a:ext cx="2148528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O(n log n) — organize by difficulty, topic, and quality score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1348" y="2806502"/>
            <a:ext cx="2555811" cy="12632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03039" y="2971998"/>
            <a:ext cx="214862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TF-IDF + Cosine Similarity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3603039" y="3294955"/>
            <a:ext cx="214862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Duplicate detection via O(n²) pairwise comparison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177308"/>
            <a:ext cx="2555712" cy="10601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9776" y="4342805"/>
            <a:ext cx="214852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Database Indexing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939776" y="4665762"/>
            <a:ext cx="214852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O(log n) indexed search and fast filter operations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280886" y="1302445"/>
            <a:ext cx="5219073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Complexity Analysis at a Glance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280886" y="1625402"/>
            <a:ext cx="5219073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String processing handles text cleaning, normalization, and comparison at every pipeline stage.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98086" y="5479355"/>
            <a:ext cx="2618218" cy="775891"/>
          </a:xfrm>
          <a:prstGeom prst="roundRect">
            <a:avLst>
              <a:gd name="adj" fmla="val 2832"/>
            </a:avLst>
          </a:prstGeom>
          <a:solidFill>
            <a:srgbClr val="315251"/>
          </a:solidFill>
          <a:ln/>
        </p:spPr>
      </p:sp>
      <p:sp>
        <p:nvSpPr>
          <p:cNvPr id="22" name="Text 15"/>
          <p:cNvSpPr/>
          <p:nvPr/>
        </p:nvSpPr>
        <p:spPr>
          <a:xfrm>
            <a:off x="844529" y="5625802"/>
            <a:ext cx="2325332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O(1) avg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44529" y="5905698"/>
            <a:ext cx="2325332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Hash lookup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423854" y="5479355"/>
            <a:ext cx="2618218" cy="775891"/>
          </a:xfrm>
          <a:prstGeom prst="roundRect">
            <a:avLst>
              <a:gd name="adj" fmla="val 2832"/>
            </a:avLst>
          </a:prstGeom>
          <a:solidFill>
            <a:srgbClr val="315251"/>
          </a:solidFill>
          <a:ln/>
        </p:spPr>
      </p:sp>
      <p:sp>
        <p:nvSpPr>
          <p:cNvPr id="25" name="Text 18"/>
          <p:cNvSpPr/>
          <p:nvPr/>
        </p:nvSpPr>
        <p:spPr>
          <a:xfrm>
            <a:off x="3570297" y="5625802"/>
            <a:ext cx="2325332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O(n log n)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3570297" y="5905698"/>
            <a:ext cx="2325332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Sorting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149623" y="5479355"/>
            <a:ext cx="2618218" cy="775891"/>
          </a:xfrm>
          <a:prstGeom prst="roundRect">
            <a:avLst>
              <a:gd name="adj" fmla="val 2832"/>
            </a:avLst>
          </a:prstGeom>
          <a:solidFill>
            <a:srgbClr val="315251"/>
          </a:solidFill>
          <a:ln/>
        </p:spPr>
      </p:sp>
      <p:sp>
        <p:nvSpPr>
          <p:cNvPr id="28" name="Text 21"/>
          <p:cNvSpPr/>
          <p:nvPr/>
        </p:nvSpPr>
        <p:spPr>
          <a:xfrm>
            <a:off x="6296066" y="5625802"/>
            <a:ext cx="2325332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O(n²)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296066" y="5905698"/>
            <a:ext cx="2325332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Duplicate detection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875391" y="5479355"/>
            <a:ext cx="2618218" cy="775891"/>
          </a:xfrm>
          <a:prstGeom prst="roundRect">
            <a:avLst>
              <a:gd name="adj" fmla="val 2832"/>
            </a:avLst>
          </a:prstGeom>
          <a:solidFill>
            <a:srgbClr val="315251"/>
          </a:solidFill>
          <a:ln/>
        </p:spPr>
      </p:sp>
      <p:sp>
        <p:nvSpPr>
          <p:cNvPr id="31" name="Text 24"/>
          <p:cNvSpPr/>
          <p:nvPr/>
        </p:nvSpPr>
        <p:spPr>
          <a:xfrm>
            <a:off x="9021834" y="5625802"/>
            <a:ext cx="2325332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O(log n)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021834" y="5905698"/>
            <a:ext cx="2325332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Indexed search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8743"/>
            <a:ext cx="10795524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3 → Review 4: Progress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98086" y="1341438"/>
            <a:ext cx="52076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3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8086" y="1793280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897709" y="1707555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Flask web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8086" y="2258814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7" name="Text 5"/>
          <p:cNvSpPr/>
          <p:nvPr/>
        </p:nvSpPr>
        <p:spPr>
          <a:xfrm>
            <a:off x="897709" y="2173089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PDF upload &amp; text extraction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8086" y="2724348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897709" y="2638623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Basic NLP 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8086" y="3189883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1" name="Text 9"/>
          <p:cNvSpPr/>
          <p:nvPr/>
        </p:nvSpPr>
        <p:spPr>
          <a:xfrm>
            <a:off x="897709" y="3104158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Keyword extraction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8086" y="3655417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897709" y="3569692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Topic classification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8086" y="4120952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5" name="Text 13"/>
          <p:cNvSpPr/>
          <p:nvPr/>
        </p:nvSpPr>
        <p:spPr>
          <a:xfrm>
            <a:off x="897709" y="4035227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Basic question generation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8086" y="4586486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897709" y="4500761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SQLite storage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8086" y="5052020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9" name="Text 17"/>
          <p:cNvSpPr/>
          <p:nvPr/>
        </p:nvSpPr>
        <p:spPr>
          <a:xfrm>
            <a:off x="897709" y="4966295"/>
            <a:ext cx="500804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Basic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80082" y="1219696"/>
            <a:ext cx="5432091" cy="5059462"/>
          </a:xfrm>
          <a:prstGeom prst="roundRect">
            <a:avLst>
              <a:gd name="adj" fmla="val 462"/>
            </a:avLst>
          </a:prstGeom>
          <a:solidFill>
            <a:srgbClr val="EF9C82"/>
          </a:solidFill>
          <a:ln/>
        </p:spPr>
      </p:sp>
      <p:sp>
        <p:nvSpPr>
          <p:cNvPr id="21" name="Shape 19"/>
          <p:cNvSpPr/>
          <p:nvPr/>
        </p:nvSpPr>
        <p:spPr>
          <a:xfrm>
            <a:off x="6335852" y="1356618"/>
            <a:ext cx="1898106" cy="236835"/>
          </a:xfrm>
          <a:prstGeom prst="roundRect">
            <a:avLst>
              <a:gd name="adj" fmla="val 7896"/>
            </a:avLst>
          </a:prstGeom>
          <a:solidFill>
            <a:srgbClr val="F9DBD2"/>
          </a:solidFill>
          <a:ln/>
        </p:spPr>
      </p:sp>
      <p:sp>
        <p:nvSpPr>
          <p:cNvPr id="22" name="Text 20"/>
          <p:cNvSpPr/>
          <p:nvPr/>
        </p:nvSpPr>
        <p:spPr>
          <a:xfrm>
            <a:off x="6429313" y="1403763"/>
            <a:ext cx="2320768" cy="14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⭐</a:t>
            </a:r>
            <a:r>
              <a:rPr lang="en-US" sz="9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REVIEW 4 NEW FEATURES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35852" y="1816100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5475" y="1730375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Multiple Question Types: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MCQ, Short Answer, Numerical, Case-based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35852" y="2281634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6" name="Text 24"/>
          <p:cNvSpPr/>
          <p:nvPr/>
        </p:nvSpPr>
        <p:spPr>
          <a:xfrm>
            <a:off x="6535475" y="2195909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Automatic Difficulty: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Easy, Medium, Hard classification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35852" y="2747169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8" name="Text 26"/>
          <p:cNvSpPr/>
          <p:nvPr/>
        </p:nvSpPr>
        <p:spPr>
          <a:xfrm>
            <a:off x="6535475" y="2661444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Quality Scoring: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Prototype quality assessment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35852" y="3212703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35475" y="3126978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Duplicate Detection: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Similarity-based filtering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35852" y="3678238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2" name="Text 30"/>
          <p:cNvSpPr/>
          <p:nvPr/>
        </p:nvSpPr>
        <p:spPr>
          <a:xfrm>
            <a:off x="6535475" y="3592513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Advanced Search: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Keyword + metadata search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5852" y="4143772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4" name="Text 32"/>
          <p:cNvSpPr/>
          <p:nvPr/>
        </p:nvSpPr>
        <p:spPr>
          <a:xfrm>
            <a:off x="6535475" y="4058047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Filtering: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By topic, difficulty, type, quality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5852" y="4609306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6" name="Text 34"/>
          <p:cNvSpPr/>
          <p:nvPr/>
        </p:nvSpPr>
        <p:spPr>
          <a:xfrm>
            <a:off x="6535475" y="4523581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Export Options: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CSV and JSON formats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35852" y="5074841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8" name="Text 36"/>
          <p:cNvSpPr/>
          <p:nvPr/>
        </p:nvSpPr>
        <p:spPr>
          <a:xfrm>
            <a:off x="6535475" y="4989116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OCR Support: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Scanned PDF processing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5852" y="5540375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40" name="Text 38"/>
          <p:cNvSpPr/>
          <p:nvPr/>
        </p:nvSpPr>
        <p:spPr>
          <a:xfrm>
            <a:off x="6535475" y="5454650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REST API: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Programmatic access endpoints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35852" y="6005909"/>
            <a:ext cx="77885" cy="77887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42" name="Text 40"/>
          <p:cNvSpPr/>
          <p:nvPr/>
        </p:nvSpPr>
        <p:spPr>
          <a:xfrm>
            <a:off x="6535475" y="5920184"/>
            <a:ext cx="49209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Professional Dashboard:</a:t>
            </a: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Improved UI/UX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2796"/>
            <a:ext cx="10795524" cy="32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Working Web Application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98086" y="1062831"/>
            <a:ext cx="1986210" cy="165695"/>
          </a:xfrm>
          <a:prstGeom prst="roundRect">
            <a:avLst>
              <a:gd name="adj" fmla="val 7901"/>
            </a:avLst>
          </a:prstGeom>
          <a:solidFill>
            <a:srgbClr val="441709"/>
          </a:solidFill>
          <a:ln/>
        </p:spPr>
      </p:sp>
      <p:sp>
        <p:nvSpPr>
          <p:cNvPr id="4" name="Text 2"/>
          <p:cNvSpPr/>
          <p:nvPr/>
        </p:nvSpPr>
        <p:spPr>
          <a:xfrm>
            <a:off x="763469" y="1095783"/>
            <a:ext cx="2465028" cy="10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FULLY FUNCTIONAL WORKING PROTOTYPE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98086" y="1295598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834409" y="1520627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94068" y="1404640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Open 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94068" y="1600795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Access the professional web interface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8086" y="2009775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10" name="Text 8"/>
          <p:cNvSpPr/>
          <p:nvPr/>
        </p:nvSpPr>
        <p:spPr>
          <a:xfrm>
            <a:off x="834409" y="2234803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94068" y="2118816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Upload PDF / Textbook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94068" y="2314972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Supports digital and scanned documents via OCR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8086" y="2723952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14" name="Text 12"/>
          <p:cNvSpPr/>
          <p:nvPr/>
        </p:nvSpPr>
        <p:spPr>
          <a:xfrm>
            <a:off x="834409" y="2948980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94068" y="2832993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Configure Generation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94068" y="3029148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Select number of questions, types, and difficulty preference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8086" y="3438128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18" name="Text 16"/>
          <p:cNvSpPr/>
          <p:nvPr/>
        </p:nvSpPr>
        <p:spPr>
          <a:xfrm>
            <a:off x="834409" y="3663156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94068" y="3547170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Auto-Generate Questions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94068" y="3743325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processes and generates questions automatically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8086" y="4152305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22" name="Text 20"/>
          <p:cNvSpPr/>
          <p:nvPr/>
        </p:nvSpPr>
        <p:spPr>
          <a:xfrm>
            <a:off x="834409" y="4377333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94068" y="4261346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&amp;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94068" y="4457502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Inspect topics, keywords, difficulty &amp; quality scores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8086" y="4866481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26" name="Text 24"/>
          <p:cNvSpPr/>
          <p:nvPr/>
        </p:nvSpPr>
        <p:spPr>
          <a:xfrm>
            <a:off x="834409" y="5091509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94068" y="4975523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Deduplicate &amp; Save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94068" y="5171678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Remove similar questions; save to the question bank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8086" y="5580658"/>
            <a:ext cx="436353" cy="654546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sp>
        <p:nvSpPr>
          <p:cNvPr id="30" name="Text 28"/>
          <p:cNvSpPr/>
          <p:nvPr/>
        </p:nvSpPr>
        <p:spPr>
          <a:xfrm>
            <a:off x="834409" y="5805686"/>
            <a:ext cx="1636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94068" y="5689699"/>
            <a:ext cx="10299542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Search, Filter &amp; Export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94068" y="5885855"/>
            <a:ext cx="1029954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Retrieve and export questions as CSV or JSON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775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Features &amp; Testing Results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40557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Implemented &amp; Tested Features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8086" y="1837333"/>
            <a:ext cx="2529717" cy="1193006"/>
          </a:xfrm>
          <a:prstGeom prst="roundRect">
            <a:avLst>
              <a:gd name="adj" fmla="val 2077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863182" y="2002433"/>
            <a:ext cx="21995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PDF / OCR Processing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3182" y="2382044"/>
            <a:ext cx="219952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Digital and scanned document ingestion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523" y="1837333"/>
            <a:ext cx="2529816" cy="1193006"/>
          </a:xfrm>
          <a:prstGeom prst="roundRect">
            <a:avLst>
              <a:gd name="adj" fmla="val 2077"/>
            </a:avLst>
          </a:prstGeom>
          <a:solidFill>
            <a:srgbClr val="315251"/>
          </a:solidFill>
          <a:ln/>
        </p:spPr>
      </p:sp>
      <p:sp>
        <p:nvSpPr>
          <p:cNvPr id="8" name="Text 6"/>
          <p:cNvSpPr/>
          <p:nvPr/>
        </p:nvSpPr>
        <p:spPr>
          <a:xfrm>
            <a:off x="3529619" y="2002433"/>
            <a:ext cx="2199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NLP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9619" y="2382044"/>
            <a:ext cx="219962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Keyword extraction &amp; topic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8086" y="3167063"/>
            <a:ext cx="2529717" cy="1193006"/>
          </a:xfrm>
          <a:prstGeom prst="roundRect">
            <a:avLst>
              <a:gd name="adj" fmla="val 2077"/>
            </a:avLst>
          </a:prstGeom>
          <a:solidFill>
            <a:srgbClr val="315251"/>
          </a:solidFill>
          <a:ln/>
        </p:spPr>
      </p:sp>
      <p:sp>
        <p:nvSpPr>
          <p:cNvPr id="11" name="Text 9"/>
          <p:cNvSpPr/>
          <p:nvPr/>
        </p:nvSpPr>
        <p:spPr>
          <a:xfrm>
            <a:off x="863182" y="3332163"/>
            <a:ext cx="21995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Multi-Type Generation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3182" y="3711773"/>
            <a:ext cx="219952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MCQ, Short Answer, Numerical, Case-based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4523" y="3167063"/>
            <a:ext cx="2529816" cy="1193006"/>
          </a:xfrm>
          <a:prstGeom prst="roundRect">
            <a:avLst>
              <a:gd name="adj" fmla="val 2077"/>
            </a:avLst>
          </a:prstGeom>
          <a:solidFill>
            <a:srgbClr val="31525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9619" y="3332163"/>
            <a:ext cx="2199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Difficulty &amp; Quality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9619" y="3711773"/>
            <a:ext cx="219962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Estimation and scoring per question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8086" y="4496792"/>
            <a:ext cx="2529717" cy="1193006"/>
          </a:xfrm>
          <a:prstGeom prst="roundRect">
            <a:avLst>
              <a:gd name="adj" fmla="val 2077"/>
            </a:avLst>
          </a:prstGeom>
          <a:solidFill>
            <a:srgbClr val="315251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82" y="4661892"/>
            <a:ext cx="21995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Duplicate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3182" y="5041503"/>
            <a:ext cx="219952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TF-IDF + Cosine Similarity filtering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4523" y="4496792"/>
            <a:ext cx="2529816" cy="1193006"/>
          </a:xfrm>
          <a:prstGeom prst="roundRect">
            <a:avLst>
              <a:gd name="adj" fmla="val 2077"/>
            </a:avLst>
          </a:prstGeom>
          <a:solidFill>
            <a:srgbClr val="315251"/>
          </a:solidFill>
          <a:ln/>
        </p:spPr>
      </p:sp>
      <p:sp>
        <p:nvSpPr>
          <p:cNvPr id="20" name="Text 18"/>
          <p:cNvSpPr/>
          <p:nvPr/>
        </p:nvSpPr>
        <p:spPr>
          <a:xfrm>
            <a:off x="3529619" y="4661892"/>
            <a:ext cx="2199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✓ DB + Search + Export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29619" y="5041503"/>
            <a:ext cx="219962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SQLite indexing, filtering, CSV/JSON export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3706" y="1440557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Testing Status — All Modules Passed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706" y="1837333"/>
          <a:ext cx="5196254" cy="914400"/>
        </p:xfrm>
        <a:graphic>
          <a:graphicData uri="http://schemas.openxmlformats.org/drawingml/2006/table">
            <a:tbl>
              <a:tblPr/>
              <a:tblGrid>
                <a:gridCol w="2598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Module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Status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PDF Upload &amp; Text Extraction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OCR (Scanned Documents)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Topic Classification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Question Generation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Difficulty Estimation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Duplicate Detection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Database Operations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Search / Filter / Export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REST API Endpoints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9EEE7"/>
                          </a:solidFill>
                          <a:latin typeface="Quattrocento" pitchFamily="34" charset="0"/>
                          <a:ea typeface="Quattrocento" pitchFamily="34" charset="-122"/>
                          <a:cs typeface="Quattrocento" pitchFamily="34" charset="-120"/>
                        </a:rPr>
                        <a:t>✓ Passed</a:t>
                      </a:r>
                      <a:endParaRPr lang="en-US" sz="1300" dirty="0">
                        <a:latin typeface="Quattrocento" charset="0"/>
                        <a:ea typeface="Quattrocento" charset="0"/>
                        <a:cs typeface="Quattrocento" charset="0"/>
                      </a:endParaRPr>
                    </a:p>
                  </a:txBody>
                  <a:tcPr marL="165194" marR="165194" marT="6350" marB="6350" anchor="ctr">
                    <a:lnL w="12700" cap="flat" cmpd="sng" algn="ctr">
                      <a:solidFill>
                        <a:srgbClr val="1233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64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1741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 &amp; Future Scope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75866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We Achieved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8086" y="1736229"/>
            <a:ext cx="520389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4 delivers a </a:t>
            </a: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complete, working end-to-end system</a:t>
            </a: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that automates conversion of educational PDFs into an organized, searchable, and exportable question bank.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8086" y="2548037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Novelty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8086" y="2908399"/>
            <a:ext cx="5203893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</a:t>
            </a: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unified pipeline</a:t>
            </a: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integrating: PDF ingestion · OCR · NLP · topic classification · question generation · difficulty estimation · quality checking · duplicate detection · database storage · search/filter · multi-format export — all in one system.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6066" y="1375866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96066" y="1752104"/>
            <a:ext cx="2538647" cy="1173163"/>
          </a:xfrm>
          <a:prstGeom prst="roundRect">
            <a:avLst>
              <a:gd name="adj" fmla="val 2032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4060" y="1930102"/>
            <a:ext cx="218265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Transformer Models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74060" y="2290465"/>
            <a:ext cx="2182659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T5 / BERT for advanced question generation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313" y="1752104"/>
            <a:ext cx="2538647" cy="1173163"/>
          </a:xfrm>
          <a:prstGeom prst="roundRect">
            <a:avLst>
              <a:gd name="adj" fmla="val 2032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9307" y="1930102"/>
            <a:ext cx="218265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Bloom's Taxonomy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39307" y="2290465"/>
            <a:ext cx="2182659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Cognitive-level classification of questions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96066" y="3051870"/>
            <a:ext cx="2538647" cy="1173163"/>
          </a:xfrm>
          <a:prstGeom prst="roundRect">
            <a:avLst>
              <a:gd name="adj" fmla="val 2032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4060" y="3229868"/>
            <a:ext cx="218265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74060" y="3590230"/>
            <a:ext cx="2182659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questions in multiple languages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313" y="3051870"/>
            <a:ext cx="2538647" cy="1173163"/>
          </a:xfrm>
          <a:prstGeom prst="roundRect">
            <a:avLst>
              <a:gd name="adj" fmla="val 2032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9307" y="3229868"/>
            <a:ext cx="218265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39307" y="3590230"/>
            <a:ext cx="2182659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AWS / Azure hosting with LMS integration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6066" y="4351635"/>
            <a:ext cx="5203893" cy="944761"/>
          </a:xfrm>
          <a:prstGeom prst="roundRect">
            <a:avLst>
              <a:gd name="adj" fmla="val 2524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4060" y="4529634"/>
            <a:ext cx="484790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 Question Papers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74060" y="4889996"/>
            <a:ext cx="484790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Rule-based paper creation with user auth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4483" y="5552877"/>
            <a:ext cx="4965477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Thank You</a:t>
            </a: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Deekshith Reddy P &amp; Jashwanth Yadav G · KL Deemed to be University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96066" y="5438874"/>
            <a:ext cx="19050" cy="684808"/>
          </a:xfrm>
          <a:prstGeom prst="roundRect">
            <a:avLst>
              <a:gd name="adj" fmla="val 49999"/>
            </a:avLst>
          </a:prstGeom>
          <a:solidFill>
            <a:srgbClr val="EF9C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</Words>
  <Application>Microsoft Office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Quattrocento</vt:lpstr>
      <vt:lpstr>Quattrocento Bold</vt:lpstr>
      <vt:lpstr>Noto Color Emoji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DEEKSHITH REDDY</cp:lastModifiedBy>
  <cp:revision>2</cp:revision>
  <dcterms:created xsi:type="dcterms:W3CDTF">2026-10-07T05:41:06Z</dcterms:created>
  <dcterms:modified xsi:type="dcterms:W3CDTF">2026-10-07T06:17:37Z</dcterms:modified>
</cp:coreProperties>
</file>