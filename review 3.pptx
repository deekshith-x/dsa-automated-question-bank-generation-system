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1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Source Sans 3" panose="020B0604020202020204" charset="0"/>
      <p:regular r:id="rId12"/>
    </p:embeddedFont>
    <p:embeddedFont>
      <p:font typeface="Source Sans 3 Bold" panose="020B0604020202020204" charset="0"/>
      <p:regular r:id="rId13"/>
    </p:embeddedFont>
    <p:embeddedFont>
      <p:font typeface="Source Serif 4 Semi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66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532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84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877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558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68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749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387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150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999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807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334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11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6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dn.gamma.app/zpbe61rkcbtiy87/d1f1de5ea60d49bca1f4c7ec6e3fd4d8/file/Automated-Question-Bank-Generation-System-2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69971" y="1027609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Question Bank Generation System</a:t>
            </a:r>
            <a:endParaRPr lang="en-US" sz="3650" dirty="0"/>
          </a:p>
        </p:txBody>
      </p:sp>
      <p:sp>
        <p:nvSpPr>
          <p:cNvPr id="5" name="Text 1"/>
          <p:cNvSpPr/>
          <p:nvPr/>
        </p:nvSpPr>
        <p:spPr>
          <a:xfrm>
            <a:off x="5269971" y="2500114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BE49D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PBL Review – 3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Computer Science &amp; Engineering · KL Deemed to be University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269971" y="356225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Team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269971" y="4054971"/>
            <a:ext cx="286854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Deekshith Reddy P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2510030389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Jashwanth Yadav G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2510030155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631418" y="3562251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Overview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31418" y="4054971"/>
            <a:ext cx="286854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intelligent system that automatically generates, categorizes, evaluates, stores, and retrieves questions from textbooks and PDF educational content.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547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08111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question preparation remains a persistent challenge for educators across academic institutions.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624634"/>
            <a:ext cx="5298049" cy="1469231"/>
          </a:xfrm>
          <a:prstGeom prst="roundRect">
            <a:avLst>
              <a:gd name="adj" fmla="val 570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3860" y="2830413"/>
            <a:ext cx="4886500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Time-Consuming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60" y="3249712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question preparation is slow, repetitive, and resource-intensive for faculty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95560" y="2624634"/>
            <a:ext cx="5298049" cy="1469231"/>
          </a:xfrm>
          <a:prstGeom prst="roundRect">
            <a:avLst>
              <a:gd name="adj" fmla="val 570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1334" y="2830413"/>
            <a:ext cx="4886500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Repetition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1334" y="3249712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Common questions reappear across question banks, reducing assessment diversity and quality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8086" y="4293295"/>
            <a:ext cx="5298049" cy="1469231"/>
          </a:xfrm>
          <a:prstGeom prst="roundRect">
            <a:avLst>
              <a:gd name="adj" fmla="val 570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3860" y="4499074"/>
            <a:ext cx="4886500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📂</a:t>
            </a: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Poor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3860" y="4918373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Maintaining large question banks is difficult, inefficient, and prone to disorganization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95560" y="4293295"/>
            <a:ext cx="5298049" cy="1469231"/>
          </a:xfrm>
          <a:prstGeom prst="roundRect">
            <a:avLst>
              <a:gd name="adj" fmla="val 5702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1334" y="4499074"/>
            <a:ext cx="4886500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</a:t>
            </a: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Inconsistency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1334" y="4918373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Difficulty levels and topic organization are often inconsistent across manually curated banks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Literature Review &amp; Research Gap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020120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Research Gaps Identified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216573"/>
            <a:ext cx="5276123" cy="667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automatic </a:t>
            </a: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topic-wise organization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generated questions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</a:t>
            </a: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difficulty estimation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quality scoring pipelines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and low-quality questions remain </a:t>
            </a: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unfiltered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AI methods demand </a:t>
            </a: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 computational resources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Insufficient </a:t>
            </a: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search, filtering, and export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capabilities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940373"/>
            <a:ext cx="5276123" cy="259159"/>
          </a:xfrm>
          <a:prstGeom prst="roundRect">
            <a:avLst>
              <a:gd name="adj" fmla="val 16164"/>
            </a:avLst>
          </a:prstGeom>
          <a:solidFill>
            <a:srgbClr val="F0D4F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549" y="4016673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877" y="4010124"/>
            <a:ext cx="546195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existing system integrates generation, classification, difficulty, quality control, and export in a single pipeline.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522" y="1242715"/>
            <a:ext cx="4372461" cy="43725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8086" y="78144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Proposed Methodology</a:t>
            </a:r>
            <a:endParaRPr lang="en-US" sz="3650" dirty="0"/>
          </a:p>
        </p:txBody>
      </p:sp>
      <p:sp>
        <p:nvSpPr>
          <p:cNvPr id="5" name="Text 1"/>
          <p:cNvSpPr/>
          <p:nvPr/>
        </p:nvSpPr>
        <p:spPr>
          <a:xfrm>
            <a:off x="698086" y="166727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Complete System Pipeline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from raw educational document to organized, searchable question bank</a:t>
            </a:r>
            <a:endParaRPr lang="en-US" sz="15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529979"/>
            <a:ext cx="6223638" cy="268386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16848" y="4710081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Classify Topics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116848" y="4088809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Extract Keywords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116848" y="3473813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Process OCR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16848" y="2852541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Upload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98086" y="5438180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Technologies: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Python · spaCy · NLTK · SQLite · Optional Flask/Django UI · REST API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3073"/>
            <a:ext cx="10795524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6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Adaptability of Methodology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51967"/>
            <a:ext cx="114051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i="1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modular and can be adapted to different educational contexts, subjects, and platforms.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98650"/>
            <a:ext cx="444092" cy="4441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9916" y="1898650"/>
            <a:ext cx="465701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Input Adaptability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39916" y="2254746"/>
            <a:ext cx="4657013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Printed or digital textbooks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PDFs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Scanned PDFs via OCR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667" y="1898650"/>
            <a:ext cx="444092" cy="4441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36497" y="1898650"/>
            <a:ext cx="465711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Subject Adaptability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36497" y="2254746"/>
            <a:ext cx="4657112" cy="124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Computer Science &amp; Engineering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Mathematics &amp; Sciences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disciplines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 academic subjects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811984"/>
            <a:ext cx="444092" cy="4441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9916" y="3811984"/>
            <a:ext cx="465701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Question Adaptability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39916" y="4168080"/>
            <a:ext cx="4657013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MCQ, Short Answer, Numerical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Case-based questions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/ Medium / Hard levels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4667" y="3811984"/>
            <a:ext cx="444092" cy="4441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36497" y="3811984"/>
            <a:ext cx="465711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Platform Adaptability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836497" y="4168080"/>
            <a:ext cx="4657112" cy="124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database (current)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 / JSON export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Flask/Django UI </a:t>
            </a:r>
            <a:r>
              <a:rPr lang="en-US" sz="1350" i="1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[Future]</a:t>
            </a:r>
            <a:endParaRPr lang="en-US" sz="1350" dirty="0"/>
          </a:p>
          <a:p>
            <a:pPr marL="274320" indent="-274320" algn="l">
              <a:lnSpc>
                <a:spcPct val="126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 &amp; LMS </a:t>
            </a:r>
            <a:r>
              <a:rPr lang="en-US" sz="1350" i="1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[Future]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98086" y="5586909"/>
            <a:ext cx="10795524" cy="657920"/>
          </a:xfrm>
          <a:prstGeom prst="roundRect">
            <a:avLst>
              <a:gd name="adj" fmla="val 11341"/>
            </a:avLst>
          </a:prstGeom>
          <a:solidFill>
            <a:srgbClr val="F0D4F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683" y="5811738"/>
            <a:ext cx="222046" cy="1776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5326" y="5789414"/>
            <a:ext cx="10650271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kern="0" spc="-28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Modularity Advantage:</a:t>
            </a:r>
            <a:r>
              <a:rPr lang="en-US" sz="1350" kern="0" spc="-28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Individual components can be improved or replaced without changing the complete system.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6323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Novelty of Developed Methodology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36502" y="1609626"/>
            <a:ext cx="1116669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"A unified question-bank pipeline combining generation, topic classification, difficulty estimation, quality checking, storage, and export — all in one integrated system."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8086" y="1467148"/>
            <a:ext cx="19050" cy="513358"/>
          </a:xfrm>
          <a:prstGeom prst="roundRect">
            <a:avLst>
              <a:gd name="adj" fmla="val 49999"/>
            </a:avLst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249587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Novelties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5" y="2630686"/>
            <a:ext cx="238417" cy="238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4606" y="2625824"/>
            <a:ext cx="46873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Automatic PDF/Textbook Ingestion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14606" y="2986187"/>
            <a:ext cx="46873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Accepts educational documents directly without manual data entry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5" y="3472755"/>
            <a:ext cx="238417" cy="2384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4606" y="3467894"/>
            <a:ext cx="46873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Hybrid Question Generation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14606" y="3828256"/>
            <a:ext cx="468737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template-based + Transformer-based approaches for quality and efficiency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5" y="4543227"/>
            <a:ext cx="238417" cy="2384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4606" y="4538365"/>
            <a:ext cx="46873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Automatic Topic Organization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14606" y="4898727"/>
            <a:ext cx="46873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Classifies questions by topic without manual tagging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5" y="5385296"/>
            <a:ext cx="238417" cy="2384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4606" y="5380434"/>
            <a:ext cx="46873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Quality &amp; Duplicate Filtering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214606" y="5740797"/>
            <a:ext cx="46873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Removes low-quality and duplicate questions automatically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296066" y="2249587"/>
            <a:ext cx="520389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Comparison: Existing vs. Our System</a:t>
            </a:r>
            <a:endParaRPr lang="en-US" sz="14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6066" y="2625824"/>
          <a:ext cx="5203893" cy="2422070"/>
        </p:xfrm>
        <a:graphic>
          <a:graphicData uri="http://schemas.openxmlformats.org/drawingml/2006/table">
            <a:tbl>
              <a:tblPr/>
              <a:tblGrid>
                <a:gridCol w="1734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25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Feature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E4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25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Existing Systems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E4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25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Our System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E4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Generation &amp; Storage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Separate tools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Integrated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Topic Classification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Manual tagging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Automatic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Difficulty Estimation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Not available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Heuristic + ML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Duplicate Filtering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Manual review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Automated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Multi-format Export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Limited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5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CSV / JSON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8960" marR="15896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3"/>
          <p:cNvSpPr/>
          <p:nvPr/>
        </p:nvSpPr>
        <p:spPr>
          <a:xfrm>
            <a:off x="6296066" y="3012159"/>
            <a:ext cx="5203893" cy="99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6296066" y="3417954"/>
            <a:ext cx="5203893" cy="99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6296066" y="3823748"/>
            <a:ext cx="5203893" cy="99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6296066" y="4229543"/>
            <a:ext cx="5203893" cy="99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6296066" y="4635337"/>
            <a:ext cx="5203893" cy="99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9182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Methodology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98086" y="1339255"/>
            <a:ext cx="1140510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i="1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Proposed evaluation framework to assess question quality and system performance. Actual experimental results will be documented during implementation testing.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854101"/>
            <a:ext cx="520012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Evaluation Criteria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40558"/>
            <a:ext cx="2534182" cy="1202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353" y="2421632"/>
            <a:ext cx="20958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Question Quality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5353" y="2791619"/>
            <a:ext cx="20958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Meaningful, grammatically correct, and understandable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3928" y="2240558"/>
            <a:ext cx="2534281" cy="1202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21195" y="2421632"/>
            <a:ext cx="20959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621195" y="2791619"/>
            <a:ext cx="20959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Accurately matches source educational content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574455"/>
            <a:ext cx="2534182" cy="12022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5353" y="3755529"/>
            <a:ext cx="20958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Topic Classification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955353" y="4125516"/>
            <a:ext cx="20958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Assigned to the correct topic automatically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3928" y="3574455"/>
            <a:ext cx="2534281" cy="12022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21195" y="3755529"/>
            <a:ext cx="20959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3621195" y="4125516"/>
            <a:ext cx="20959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Similar and repeated questions effectively removed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908352"/>
            <a:ext cx="2534182" cy="12022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5353" y="5089426"/>
            <a:ext cx="20958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Retrieval Performance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955353" y="5459413"/>
            <a:ext cx="20958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Teachers can search and filter questions quickly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299836" y="1854101"/>
            <a:ext cx="520012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Expected Outcomes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9836" y="2240558"/>
          <a:ext cx="5200124" cy="2839865"/>
        </p:xfrm>
        <a:graphic>
          <a:graphicData uri="http://schemas.openxmlformats.org/drawingml/2006/table">
            <a:tbl>
              <a:tblPr/>
              <a:tblGrid>
                <a:gridCol w="260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26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Evaluation Area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4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26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Expected Result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B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4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Question Quality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Relevant &amp; understandable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E4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Topic Classification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Correct topic assignment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Difficulty Level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Appropriate classification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Duplicate Detection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Reduced duplicates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Search &amp; Retrieval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Fast and efficient filtering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Human Validation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26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Teacher-confirmed quality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2077" marR="1620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11" y="2495550"/>
            <a:ext cx="1485863" cy="1866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69971" y="621209"/>
            <a:ext cx="6223638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5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Dissemination &amp; Accessibility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5269971" y="1181497"/>
            <a:ext cx="683322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Workflow:</a:t>
            </a: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kern="0" spc="-22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→ Store → Search → Filter → Export → Use in Tests/Practice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269971" y="1582043"/>
            <a:ext cx="2940770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Storage &amp; Search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269971" y="1886744"/>
            <a:ext cx="2940770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4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SQLite Database:</a:t>
            </a: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Questions stored with rich metadata — topic, difficulty, type, source</a:t>
            </a:r>
            <a:endParaRPr lang="en-US" sz="1100" dirty="0"/>
          </a:p>
          <a:p>
            <a:pPr marL="223520" indent="-223520" algn="l">
              <a:lnSpc>
                <a:spcPct val="114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Indexed for Performance:</a:t>
            </a: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Fast retrieval and filtering</a:t>
            </a:r>
            <a:endParaRPr lang="en-US" sz="1100" dirty="0"/>
          </a:p>
          <a:p>
            <a:pPr marL="223520" indent="-223520" algn="l">
              <a:lnSpc>
                <a:spcPct val="114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 by Topic, Difficulty Level, Question Type, or Keywords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269971" y="3200698"/>
            <a:ext cx="2940770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Export Formats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269971" y="3505398"/>
            <a:ext cx="2940770" cy="416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4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CSV:</a:t>
            </a: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Spreadsheet apps and test creation tools</a:t>
            </a:r>
            <a:endParaRPr lang="en-US" sz="1100" dirty="0"/>
          </a:p>
          <a:p>
            <a:pPr marL="223520" indent="-223520" algn="l">
              <a:lnSpc>
                <a:spcPct val="114000"/>
              </a:lnSpc>
              <a:buSzPct val="100000"/>
              <a:buChar char="•"/>
            </a:pPr>
            <a:r>
              <a:rPr lang="en-US" sz="110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JSON:</a:t>
            </a: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Programmatic access and integration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559189" y="1582043"/>
            <a:ext cx="2940770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Access Interfaces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559189" y="1899146"/>
            <a:ext cx="2940770" cy="788888"/>
          </a:xfrm>
          <a:prstGeom prst="roundRect">
            <a:avLst>
              <a:gd name="adj" fmla="val 74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05731" y="2045692"/>
            <a:ext cx="26476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SQLite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705731" y="2350393"/>
            <a:ext cx="264768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developer access (current)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59189" y="2786559"/>
            <a:ext cx="2940770" cy="788888"/>
          </a:xfrm>
          <a:prstGeom prst="roundRect">
            <a:avLst>
              <a:gd name="adj" fmla="val 74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05731" y="2933105"/>
            <a:ext cx="26476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Web UI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705731" y="3237805"/>
            <a:ext cx="264768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Flask/Django interface [Future Scope]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559189" y="3673971"/>
            <a:ext cx="2940770" cy="788888"/>
          </a:xfrm>
          <a:prstGeom prst="roundRect">
            <a:avLst>
              <a:gd name="adj" fmla="val 74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705731" y="3820517"/>
            <a:ext cx="26476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705731" y="4125218"/>
            <a:ext cx="264768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Programmatic integration [Future Scope]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559189" y="4561384"/>
            <a:ext cx="2940770" cy="788888"/>
          </a:xfrm>
          <a:prstGeom prst="roundRect">
            <a:avLst>
              <a:gd name="adj" fmla="val 74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05731" y="4707930"/>
            <a:ext cx="26476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LMS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705731" y="5012630"/>
            <a:ext cx="264768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Learning system integration [Future Scope]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559189" y="5461198"/>
            <a:ext cx="2940770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End Users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559189" y="5765899"/>
            <a:ext cx="294077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Teachers &amp; Educators · Students (for practice) · Academic Institutions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548580"/>
            <a:ext cx="7200720" cy="7200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7824192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Conclusion &amp; Future Scope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47605" y="8248253"/>
            <a:ext cx="1125559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"An automated system that converts textbooks and PDFs into organized question banks by generating questions, classifying them by topic, estimating difficulty, and storing them for easy search and export."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98086" y="8192195"/>
            <a:ext cx="12700" cy="231775"/>
          </a:xfrm>
          <a:prstGeom prst="roundRect">
            <a:avLst>
              <a:gd name="adj" fmla="val 49999"/>
            </a:avLst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-272297" y="9167912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Contributions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98086" y="8726289"/>
            <a:ext cx="5276123" cy="8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manual effort in question preparation from textbooks and PDFs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generates diverse questions with varied difficulty levels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Organizes questions by topic without manual tagging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question-bank storage with rich metadata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search, filtering, and multi-format export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teacher efficiency and assessment consistency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23836" y="8529836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3836" y="8726289"/>
            <a:ext cx="5276123" cy="8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Transformer-based generation with quality-ranking models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Multi-language support and improved OCR accuracy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difficulty and quality prediction using ML models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Cloud-based storage and collaborative authoring tools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 integration with LMS platforms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UI with Flask/Django web interface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98086" y="9623127"/>
            <a:ext cx="1079552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Thank You — Questions &amp; Discussion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293" y="984448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Sources: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50" b="1" u="sng" kern="0" spc="-16" dirty="0">
                <a:solidFill>
                  <a:srgbClr val="BE49D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Automated-Question-Bank-Generation-System (2).pptx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835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Twemoji Mozilla</vt:lpstr>
      <vt:lpstr>Twemoji Mozilla, Apple Color Emoji, Segoe UI Emoji, Segoe UI Symbol, Noto Color Emoji, EmojiOne Color, Android Emoji, sans-serif</vt:lpstr>
      <vt:lpstr>Calibri</vt:lpstr>
      <vt:lpstr>Source Serif 4 SemiBold</vt:lpstr>
      <vt:lpstr>Calibri Light</vt:lpstr>
      <vt:lpstr>Source Sans 3 Bold</vt:lpstr>
      <vt:lpstr>Source Sans 3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DEEKSHITH REDDY</cp:lastModifiedBy>
  <cp:revision>4</cp:revision>
  <dcterms:created xsi:type="dcterms:W3CDTF">2026-09-16T03:25:01Z</dcterms:created>
  <dcterms:modified xsi:type="dcterms:W3CDTF">2026-09-16T04:25:29Z</dcterms:modified>
</cp:coreProperties>
</file>